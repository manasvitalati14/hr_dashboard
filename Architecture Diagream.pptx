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70F9B1-D3BD-40B4-A877-1C0A9AE42C81}" type="doc">
      <dgm:prSet loTypeId="urn:microsoft.com/office/officeart/2005/8/layout/process2" loCatId="process" qsTypeId="urn:microsoft.com/office/officeart/2005/8/quickstyle/3d3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DFEE7EEA-E4CE-41DD-8B87-90699775AF16}">
      <dgm:prSet phldrT="[Text]"/>
      <dgm:spPr/>
      <dgm:t>
        <a:bodyPr/>
        <a:lstStyle/>
        <a:p>
          <a:pPr>
            <a:buChar char="•"/>
          </a:pPr>
          <a:r>
            <a:rPr lang="en-IN" dirty="0"/>
            <a:t>Employee Data</a:t>
          </a:r>
        </a:p>
      </dgm:t>
    </dgm:pt>
    <dgm:pt modelId="{8D2118AA-C93A-493D-AD09-8E051A5CCCB3}" type="parTrans" cxnId="{B45036EE-DA88-476B-9AEE-B91DAD8EA623}">
      <dgm:prSet/>
      <dgm:spPr/>
      <dgm:t>
        <a:bodyPr/>
        <a:lstStyle/>
        <a:p>
          <a:endParaRPr lang="en-IN"/>
        </a:p>
      </dgm:t>
    </dgm:pt>
    <dgm:pt modelId="{F04A882E-A9AA-46DA-B28E-F2E791685CA2}" type="sibTrans" cxnId="{B45036EE-DA88-476B-9AEE-B91DAD8EA623}">
      <dgm:prSet/>
      <dgm:spPr/>
      <dgm:t>
        <a:bodyPr/>
        <a:lstStyle/>
        <a:p>
          <a:endParaRPr lang="en-IN"/>
        </a:p>
      </dgm:t>
    </dgm:pt>
    <dgm:pt modelId="{BB22789C-51CF-4A9C-AF41-201D50C07D25}">
      <dgm:prSet/>
      <dgm:spPr/>
      <dgm:t>
        <a:bodyPr/>
        <a:lstStyle/>
        <a:p>
          <a:r>
            <a:rPr lang="en-IN"/>
            <a:t>MySQL Database</a:t>
          </a:r>
          <a:endParaRPr lang="en-IN" dirty="0"/>
        </a:p>
      </dgm:t>
    </dgm:pt>
    <dgm:pt modelId="{AD72BBEB-E75D-4354-BB0E-56EB42571429}" type="parTrans" cxnId="{35CE080A-E8EB-4991-998E-95C7958C8B60}">
      <dgm:prSet/>
      <dgm:spPr/>
      <dgm:t>
        <a:bodyPr/>
        <a:lstStyle/>
        <a:p>
          <a:endParaRPr lang="en-IN"/>
        </a:p>
      </dgm:t>
    </dgm:pt>
    <dgm:pt modelId="{73023528-6F12-49A2-B254-F78B5C39BDC9}" type="sibTrans" cxnId="{35CE080A-E8EB-4991-998E-95C7958C8B60}">
      <dgm:prSet/>
      <dgm:spPr/>
      <dgm:t>
        <a:bodyPr/>
        <a:lstStyle/>
        <a:p>
          <a:endParaRPr lang="en-IN"/>
        </a:p>
      </dgm:t>
    </dgm:pt>
    <dgm:pt modelId="{0070FAB6-F42F-445A-BEB2-C4FD47401258}">
      <dgm:prSet/>
      <dgm:spPr/>
      <dgm:t>
        <a:bodyPr/>
        <a:lstStyle/>
        <a:p>
          <a:r>
            <a:rPr lang="en-IN"/>
            <a:t>SQL Analysis</a:t>
          </a:r>
          <a:endParaRPr lang="en-IN" dirty="0"/>
        </a:p>
      </dgm:t>
    </dgm:pt>
    <dgm:pt modelId="{DFB047E0-C608-41E2-A47C-A498EDECB9B5}" type="parTrans" cxnId="{F167AD4F-CE84-4368-978A-889F29EEACD5}">
      <dgm:prSet/>
      <dgm:spPr/>
      <dgm:t>
        <a:bodyPr/>
        <a:lstStyle/>
        <a:p>
          <a:endParaRPr lang="en-IN"/>
        </a:p>
      </dgm:t>
    </dgm:pt>
    <dgm:pt modelId="{0EF538B6-E596-4588-87D4-E284BEC01227}" type="sibTrans" cxnId="{F167AD4F-CE84-4368-978A-889F29EEACD5}">
      <dgm:prSet/>
      <dgm:spPr/>
      <dgm:t>
        <a:bodyPr/>
        <a:lstStyle/>
        <a:p>
          <a:endParaRPr lang="en-IN"/>
        </a:p>
      </dgm:t>
    </dgm:pt>
    <dgm:pt modelId="{88F9C0C6-D4D9-4005-9E1B-003B41D17E2C}">
      <dgm:prSet/>
      <dgm:spPr/>
      <dgm:t>
        <a:bodyPr/>
        <a:lstStyle/>
        <a:p>
          <a:r>
            <a:rPr lang="en-IN"/>
            <a:t>Python Processing</a:t>
          </a:r>
          <a:endParaRPr lang="en-IN" dirty="0"/>
        </a:p>
      </dgm:t>
    </dgm:pt>
    <dgm:pt modelId="{7776A25E-ACDE-469B-9C20-D13FC572F5C3}" type="parTrans" cxnId="{E7255359-10D7-4C7A-8007-1DD1AE466706}">
      <dgm:prSet/>
      <dgm:spPr/>
      <dgm:t>
        <a:bodyPr/>
        <a:lstStyle/>
        <a:p>
          <a:endParaRPr lang="en-IN"/>
        </a:p>
      </dgm:t>
    </dgm:pt>
    <dgm:pt modelId="{4BE6B988-E23A-44D2-8ABA-114F32C82C03}" type="sibTrans" cxnId="{E7255359-10D7-4C7A-8007-1DD1AE466706}">
      <dgm:prSet/>
      <dgm:spPr/>
      <dgm:t>
        <a:bodyPr/>
        <a:lstStyle/>
        <a:p>
          <a:endParaRPr lang="en-IN"/>
        </a:p>
      </dgm:t>
    </dgm:pt>
    <dgm:pt modelId="{C11F02BD-FDF6-4552-979C-093198BFB22B}">
      <dgm:prSet/>
      <dgm:spPr/>
      <dgm:t>
        <a:bodyPr/>
        <a:lstStyle/>
        <a:p>
          <a:r>
            <a:rPr lang="en-IN"/>
            <a:t>Power BI Dashboard</a:t>
          </a:r>
          <a:endParaRPr lang="en-IN" dirty="0"/>
        </a:p>
      </dgm:t>
    </dgm:pt>
    <dgm:pt modelId="{E9E2EA6A-187B-407D-A365-174B9B8C5196}" type="parTrans" cxnId="{A1968712-09A6-44BB-A1EB-132BC4BE06AA}">
      <dgm:prSet/>
      <dgm:spPr/>
      <dgm:t>
        <a:bodyPr/>
        <a:lstStyle/>
        <a:p>
          <a:endParaRPr lang="en-IN"/>
        </a:p>
      </dgm:t>
    </dgm:pt>
    <dgm:pt modelId="{CE76D444-4538-4772-91BB-348F9C5DA20F}" type="sibTrans" cxnId="{A1968712-09A6-44BB-A1EB-132BC4BE06AA}">
      <dgm:prSet/>
      <dgm:spPr/>
      <dgm:t>
        <a:bodyPr/>
        <a:lstStyle/>
        <a:p>
          <a:endParaRPr lang="en-IN"/>
        </a:p>
      </dgm:t>
    </dgm:pt>
    <dgm:pt modelId="{41CF6F6F-562D-4A21-B50B-BA42326A2906}">
      <dgm:prSet/>
      <dgm:spPr/>
      <dgm:t>
        <a:bodyPr/>
        <a:lstStyle/>
        <a:p>
          <a:r>
            <a:rPr lang="en-IN" dirty="0"/>
            <a:t>HTML/CSS Report</a:t>
          </a:r>
        </a:p>
      </dgm:t>
    </dgm:pt>
    <dgm:pt modelId="{5C75D1BA-C268-43D6-BD0D-8A98DE9A96BD}" type="parTrans" cxnId="{8228A3A4-34F3-47E6-90B1-CA269EEFE602}">
      <dgm:prSet/>
      <dgm:spPr/>
      <dgm:t>
        <a:bodyPr/>
        <a:lstStyle/>
        <a:p>
          <a:endParaRPr lang="en-IN"/>
        </a:p>
      </dgm:t>
    </dgm:pt>
    <dgm:pt modelId="{F022C991-C167-4AFA-A948-3E7EFADF0D5C}" type="sibTrans" cxnId="{8228A3A4-34F3-47E6-90B1-CA269EEFE602}">
      <dgm:prSet/>
      <dgm:spPr/>
      <dgm:t>
        <a:bodyPr/>
        <a:lstStyle/>
        <a:p>
          <a:endParaRPr lang="en-IN"/>
        </a:p>
      </dgm:t>
    </dgm:pt>
    <dgm:pt modelId="{24452C38-D154-4DB7-A44D-1CA6D2780FEB}" type="pres">
      <dgm:prSet presAssocID="{F070F9B1-D3BD-40B4-A877-1C0A9AE42C81}" presName="linearFlow" presStyleCnt="0">
        <dgm:presLayoutVars>
          <dgm:resizeHandles val="exact"/>
        </dgm:presLayoutVars>
      </dgm:prSet>
      <dgm:spPr/>
    </dgm:pt>
    <dgm:pt modelId="{609407E9-CA47-4467-AEB0-FA0220D9A8F1}" type="pres">
      <dgm:prSet presAssocID="{DFEE7EEA-E4CE-41DD-8B87-90699775AF16}" presName="node" presStyleLbl="node1" presStyleIdx="0" presStyleCnt="6">
        <dgm:presLayoutVars>
          <dgm:bulletEnabled val="1"/>
        </dgm:presLayoutVars>
      </dgm:prSet>
      <dgm:spPr/>
    </dgm:pt>
    <dgm:pt modelId="{AA53CE7E-7011-4255-B8D6-A34BFE3E4A0C}" type="pres">
      <dgm:prSet presAssocID="{F04A882E-A9AA-46DA-B28E-F2E791685CA2}" presName="sibTrans" presStyleLbl="sibTrans2D1" presStyleIdx="0" presStyleCnt="5"/>
      <dgm:spPr/>
    </dgm:pt>
    <dgm:pt modelId="{777F2790-3F24-4B88-A46A-7186E4D23219}" type="pres">
      <dgm:prSet presAssocID="{F04A882E-A9AA-46DA-B28E-F2E791685CA2}" presName="connectorText" presStyleLbl="sibTrans2D1" presStyleIdx="0" presStyleCnt="5"/>
      <dgm:spPr/>
    </dgm:pt>
    <dgm:pt modelId="{E2D2D609-B298-430F-9F97-B7B9B298878F}" type="pres">
      <dgm:prSet presAssocID="{BB22789C-51CF-4A9C-AF41-201D50C07D25}" presName="node" presStyleLbl="node1" presStyleIdx="1" presStyleCnt="6">
        <dgm:presLayoutVars>
          <dgm:bulletEnabled val="1"/>
        </dgm:presLayoutVars>
      </dgm:prSet>
      <dgm:spPr/>
    </dgm:pt>
    <dgm:pt modelId="{DDF3B740-51F0-4ACD-BDD9-B32D11FBF3FC}" type="pres">
      <dgm:prSet presAssocID="{73023528-6F12-49A2-B254-F78B5C39BDC9}" presName="sibTrans" presStyleLbl="sibTrans2D1" presStyleIdx="1" presStyleCnt="5"/>
      <dgm:spPr/>
    </dgm:pt>
    <dgm:pt modelId="{A6E6F966-A6EE-4B73-80C6-D3E5CFE69CEC}" type="pres">
      <dgm:prSet presAssocID="{73023528-6F12-49A2-B254-F78B5C39BDC9}" presName="connectorText" presStyleLbl="sibTrans2D1" presStyleIdx="1" presStyleCnt="5"/>
      <dgm:spPr/>
    </dgm:pt>
    <dgm:pt modelId="{088CB840-8D72-4134-9399-C4F858C183BC}" type="pres">
      <dgm:prSet presAssocID="{0070FAB6-F42F-445A-BEB2-C4FD47401258}" presName="node" presStyleLbl="node1" presStyleIdx="2" presStyleCnt="6">
        <dgm:presLayoutVars>
          <dgm:bulletEnabled val="1"/>
        </dgm:presLayoutVars>
      </dgm:prSet>
      <dgm:spPr/>
    </dgm:pt>
    <dgm:pt modelId="{2EDC1AB5-A34E-4463-A351-543416CC5206}" type="pres">
      <dgm:prSet presAssocID="{0EF538B6-E596-4588-87D4-E284BEC01227}" presName="sibTrans" presStyleLbl="sibTrans2D1" presStyleIdx="2" presStyleCnt="5"/>
      <dgm:spPr/>
    </dgm:pt>
    <dgm:pt modelId="{87E5C7F8-AC21-420B-A716-731FFE553ABA}" type="pres">
      <dgm:prSet presAssocID="{0EF538B6-E596-4588-87D4-E284BEC01227}" presName="connectorText" presStyleLbl="sibTrans2D1" presStyleIdx="2" presStyleCnt="5"/>
      <dgm:spPr/>
    </dgm:pt>
    <dgm:pt modelId="{F398AA08-C10C-4853-BAE0-E87AF7BB684C}" type="pres">
      <dgm:prSet presAssocID="{88F9C0C6-D4D9-4005-9E1B-003B41D17E2C}" presName="node" presStyleLbl="node1" presStyleIdx="3" presStyleCnt="6">
        <dgm:presLayoutVars>
          <dgm:bulletEnabled val="1"/>
        </dgm:presLayoutVars>
      </dgm:prSet>
      <dgm:spPr/>
    </dgm:pt>
    <dgm:pt modelId="{45FF2D3E-DA86-47FB-A704-EBC3F695CD1A}" type="pres">
      <dgm:prSet presAssocID="{4BE6B988-E23A-44D2-8ABA-114F32C82C03}" presName="sibTrans" presStyleLbl="sibTrans2D1" presStyleIdx="3" presStyleCnt="5"/>
      <dgm:spPr/>
    </dgm:pt>
    <dgm:pt modelId="{B00AF3E5-2ED2-44D3-BA33-78B711BBC627}" type="pres">
      <dgm:prSet presAssocID="{4BE6B988-E23A-44D2-8ABA-114F32C82C03}" presName="connectorText" presStyleLbl="sibTrans2D1" presStyleIdx="3" presStyleCnt="5"/>
      <dgm:spPr/>
    </dgm:pt>
    <dgm:pt modelId="{ED640AE5-6F3F-4BCE-9D48-F819088BFC0B}" type="pres">
      <dgm:prSet presAssocID="{C11F02BD-FDF6-4552-979C-093198BFB22B}" presName="node" presStyleLbl="node1" presStyleIdx="4" presStyleCnt="6">
        <dgm:presLayoutVars>
          <dgm:bulletEnabled val="1"/>
        </dgm:presLayoutVars>
      </dgm:prSet>
      <dgm:spPr/>
    </dgm:pt>
    <dgm:pt modelId="{28062D5C-A321-4D50-B7A1-953B4709B061}" type="pres">
      <dgm:prSet presAssocID="{CE76D444-4538-4772-91BB-348F9C5DA20F}" presName="sibTrans" presStyleLbl="sibTrans2D1" presStyleIdx="4" presStyleCnt="5"/>
      <dgm:spPr/>
    </dgm:pt>
    <dgm:pt modelId="{EEF02BF5-F6F5-4A24-BDC0-B6116D4FF1D3}" type="pres">
      <dgm:prSet presAssocID="{CE76D444-4538-4772-91BB-348F9C5DA20F}" presName="connectorText" presStyleLbl="sibTrans2D1" presStyleIdx="4" presStyleCnt="5"/>
      <dgm:spPr/>
    </dgm:pt>
    <dgm:pt modelId="{956A3845-DA9F-4FBD-89AC-D73CCF95C955}" type="pres">
      <dgm:prSet presAssocID="{41CF6F6F-562D-4A21-B50B-BA42326A2906}" presName="node" presStyleLbl="node1" presStyleIdx="5" presStyleCnt="6">
        <dgm:presLayoutVars>
          <dgm:bulletEnabled val="1"/>
        </dgm:presLayoutVars>
      </dgm:prSet>
      <dgm:spPr/>
    </dgm:pt>
  </dgm:ptLst>
  <dgm:cxnLst>
    <dgm:cxn modelId="{35CE080A-E8EB-4991-998E-95C7958C8B60}" srcId="{F070F9B1-D3BD-40B4-A877-1C0A9AE42C81}" destId="{BB22789C-51CF-4A9C-AF41-201D50C07D25}" srcOrd="1" destOrd="0" parTransId="{AD72BBEB-E75D-4354-BB0E-56EB42571429}" sibTransId="{73023528-6F12-49A2-B254-F78B5C39BDC9}"/>
    <dgm:cxn modelId="{11677D10-016A-4CD6-9205-F45B03239BEF}" type="presOf" srcId="{BB22789C-51CF-4A9C-AF41-201D50C07D25}" destId="{E2D2D609-B298-430F-9F97-B7B9B298878F}" srcOrd="0" destOrd="0" presId="urn:microsoft.com/office/officeart/2005/8/layout/process2"/>
    <dgm:cxn modelId="{A1968712-09A6-44BB-A1EB-132BC4BE06AA}" srcId="{F070F9B1-D3BD-40B4-A877-1C0A9AE42C81}" destId="{C11F02BD-FDF6-4552-979C-093198BFB22B}" srcOrd="4" destOrd="0" parTransId="{E9E2EA6A-187B-407D-A365-174B9B8C5196}" sibTransId="{CE76D444-4538-4772-91BB-348F9C5DA20F}"/>
    <dgm:cxn modelId="{EC77C524-FBA7-478C-8F00-45CD365D29D5}" type="presOf" srcId="{0EF538B6-E596-4588-87D4-E284BEC01227}" destId="{2EDC1AB5-A34E-4463-A351-543416CC5206}" srcOrd="0" destOrd="0" presId="urn:microsoft.com/office/officeart/2005/8/layout/process2"/>
    <dgm:cxn modelId="{D470BE2C-668B-45B2-B558-22443768F638}" type="presOf" srcId="{C11F02BD-FDF6-4552-979C-093198BFB22B}" destId="{ED640AE5-6F3F-4BCE-9D48-F819088BFC0B}" srcOrd="0" destOrd="0" presId="urn:microsoft.com/office/officeart/2005/8/layout/process2"/>
    <dgm:cxn modelId="{247C6735-2F22-46E7-B0E7-230EF92B89DB}" type="presOf" srcId="{0EF538B6-E596-4588-87D4-E284BEC01227}" destId="{87E5C7F8-AC21-420B-A716-731FFE553ABA}" srcOrd="1" destOrd="0" presId="urn:microsoft.com/office/officeart/2005/8/layout/process2"/>
    <dgm:cxn modelId="{256FB641-3B11-4AFC-8E8A-20BC2CE2CDD9}" type="presOf" srcId="{F04A882E-A9AA-46DA-B28E-F2E791685CA2}" destId="{AA53CE7E-7011-4255-B8D6-A34BFE3E4A0C}" srcOrd="0" destOrd="0" presId="urn:microsoft.com/office/officeart/2005/8/layout/process2"/>
    <dgm:cxn modelId="{7E578046-CBC6-45EE-B566-58E61990C61A}" type="presOf" srcId="{88F9C0C6-D4D9-4005-9E1B-003B41D17E2C}" destId="{F398AA08-C10C-4853-BAE0-E87AF7BB684C}" srcOrd="0" destOrd="0" presId="urn:microsoft.com/office/officeart/2005/8/layout/process2"/>
    <dgm:cxn modelId="{1385B747-E0C4-41B3-B97F-442127AFF066}" type="presOf" srcId="{DFEE7EEA-E4CE-41DD-8B87-90699775AF16}" destId="{609407E9-CA47-4467-AEB0-FA0220D9A8F1}" srcOrd="0" destOrd="0" presId="urn:microsoft.com/office/officeart/2005/8/layout/process2"/>
    <dgm:cxn modelId="{EEC3E86A-0C3C-4C87-9B4B-BDED02CE5CB3}" type="presOf" srcId="{73023528-6F12-49A2-B254-F78B5C39BDC9}" destId="{A6E6F966-A6EE-4B73-80C6-D3E5CFE69CEC}" srcOrd="1" destOrd="0" presId="urn:microsoft.com/office/officeart/2005/8/layout/process2"/>
    <dgm:cxn modelId="{F167AD4F-CE84-4368-978A-889F29EEACD5}" srcId="{F070F9B1-D3BD-40B4-A877-1C0A9AE42C81}" destId="{0070FAB6-F42F-445A-BEB2-C4FD47401258}" srcOrd="2" destOrd="0" parTransId="{DFB047E0-C608-41E2-A47C-A498EDECB9B5}" sibTransId="{0EF538B6-E596-4588-87D4-E284BEC01227}"/>
    <dgm:cxn modelId="{BC9AF651-DF70-4E9D-BCE2-0CD9520A23C3}" type="presOf" srcId="{F04A882E-A9AA-46DA-B28E-F2E791685CA2}" destId="{777F2790-3F24-4B88-A46A-7186E4D23219}" srcOrd="1" destOrd="0" presId="urn:microsoft.com/office/officeart/2005/8/layout/process2"/>
    <dgm:cxn modelId="{90F0DA56-4583-4B20-834C-EDCEAD97617B}" type="presOf" srcId="{CE76D444-4538-4772-91BB-348F9C5DA20F}" destId="{EEF02BF5-F6F5-4A24-BDC0-B6116D4FF1D3}" srcOrd="1" destOrd="0" presId="urn:microsoft.com/office/officeart/2005/8/layout/process2"/>
    <dgm:cxn modelId="{E7255359-10D7-4C7A-8007-1DD1AE466706}" srcId="{F070F9B1-D3BD-40B4-A877-1C0A9AE42C81}" destId="{88F9C0C6-D4D9-4005-9E1B-003B41D17E2C}" srcOrd="3" destOrd="0" parTransId="{7776A25E-ACDE-469B-9C20-D13FC572F5C3}" sibTransId="{4BE6B988-E23A-44D2-8ABA-114F32C82C03}"/>
    <dgm:cxn modelId="{BEAE7896-98EB-4A37-865B-A29BEBF41542}" type="presOf" srcId="{4BE6B988-E23A-44D2-8ABA-114F32C82C03}" destId="{B00AF3E5-2ED2-44D3-BA33-78B711BBC627}" srcOrd="1" destOrd="0" presId="urn:microsoft.com/office/officeart/2005/8/layout/process2"/>
    <dgm:cxn modelId="{8228A3A4-34F3-47E6-90B1-CA269EEFE602}" srcId="{F070F9B1-D3BD-40B4-A877-1C0A9AE42C81}" destId="{41CF6F6F-562D-4A21-B50B-BA42326A2906}" srcOrd="5" destOrd="0" parTransId="{5C75D1BA-C268-43D6-BD0D-8A98DE9A96BD}" sibTransId="{F022C991-C167-4AFA-A948-3E7EFADF0D5C}"/>
    <dgm:cxn modelId="{01A117C9-FC1C-4A35-9586-0F170F9A7C11}" type="presOf" srcId="{CE76D444-4538-4772-91BB-348F9C5DA20F}" destId="{28062D5C-A321-4D50-B7A1-953B4709B061}" srcOrd="0" destOrd="0" presId="urn:microsoft.com/office/officeart/2005/8/layout/process2"/>
    <dgm:cxn modelId="{CD5AD1CE-0226-42B7-A62D-3B78B5632212}" type="presOf" srcId="{F070F9B1-D3BD-40B4-A877-1C0A9AE42C81}" destId="{24452C38-D154-4DB7-A44D-1CA6D2780FEB}" srcOrd="0" destOrd="0" presId="urn:microsoft.com/office/officeart/2005/8/layout/process2"/>
    <dgm:cxn modelId="{8E1E22D2-CC31-457E-A237-7C63CB4AB13B}" type="presOf" srcId="{41CF6F6F-562D-4A21-B50B-BA42326A2906}" destId="{956A3845-DA9F-4FBD-89AC-D73CCF95C955}" srcOrd="0" destOrd="0" presId="urn:microsoft.com/office/officeart/2005/8/layout/process2"/>
    <dgm:cxn modelId="{B45036EE-DA88-476B-9AEE-B91DAD8EA623}" srcId="{F070F9B1-D3BD-40B4-A877-1C0A9AE42C81}" destId="{DFEE7EEA-E4CE-41DD-8B87-90699775AF16}" srcOrd="0" destOrd="0" parTransId="{8D2118AA-C93A-493D-AD09-8E051A5CCCB3}" sibTransId="{F04A882E-A9AA-46DA-B28E-F2E791685CA2}"/>
    <dgm:cxn modelId="{48F976F1-9325-41E8-BA0D-27AD1D89C0CB}" type="presOf" srcId="{0070FAB6-F42F-445A-BEB2-C4FD47401258}" destId="{088CB840-8D72-4134-9399-C4F858C183BC}" srcOrd="0" destOrd="0" presId="urn:microsoft.com/office/officeart/2005/8/layout/process2"/>
    <dgm:cxn modelId="{80E5D9F7-3AE1-4AD1-81E7-BB5F172631D6}" type="presOf" srcId="{4BE6B988-E23A-44D2-8ABA-114F32C82C03}" destId="{45FF2D3E-DA86-47FB-A704-EBC3F695CD1A}" srcOrd="0" destOrd="0" presId="urn:microsoft.com/office/officeart/2005/8/layout/process2"/>
    <dgm:cxn modelId="{51F79CFC-D670-4E10-898D-C45E9D270609}" type="presOf" srcId="{73023528-6F12-49A2-B254-F78B5C39BDC9}" destId="{DDF3B740-51F0-4ACD-BDD9-B32D11FBF3FC}" srcOrd="0" destOrd="0" presId="urn:microsoft.com/office/officeart/2005/8/layout/process2"/>
    <dgm:cxn modelId="{8C5899B2-6CF2-4138-8F84-3B7465178D99}" type="presParOf" srcId="{24452C38-D154-4DB7-A44D-1CA6D2780FEB}" destId="{609407E9-CA47-4467-AEB0-FA0220D9A8F1}" srcOrd="0" destOrd="0" presId="urn:microsoft.com/office/officeart/2005/8/layout/process2"/>
    <dgm:cxn modelId="{BAF574DA-5409-4E6C-BB99-AC9A1F624E27}" type="presParOf" srcId="{24452C38-D154-4DB7-A44D-1CA6D2780FEB}" destId="{AA53CE7E-7011-4255-B8D6-A34BFE3E4A0C}" srcOrd="1" destOrd="0" presId="urn:microsoft.com/office/officeart/2005/8/layout/process2"/>
    <dgm:cxn modelId="{896CC68B-D2B8-45DE-B776-FD01BFB2695E}" type="presParOf" srcId="{AA53CE7E-7011-4255-B8D6-A34BFE3E4A0C}" destId="{777F2790-3F24-4B88-A46A-7186E4D23219}" srcOrd="0" destOrd="0" presId="urn:microsoft.com/office/officeart/2005/8/layout/process2"/>
    <dgm:cxn modelId="{C74B8C9B-B28B-4B8B-B7CA-04EF407E62CC}" type="presParOf" srcId="{24452C38-D154-4DB7-A44D-1CA6D2780FEB}" destId="{E2D2D609-B298-430F-9F97-B7B9B298878F}" srcOrd="2" destOrd="0" presId="urn:microsoft.com/office/officeart/2005/8/layout/process2"/>
    <dgm:cxn modelId="{9039BBC5-6B97-4F69-8CEE-22F6D14640E3}" type="presParOf" srcId="{24452C38-D154-4DB7-A44D-1CA6D2780FEB}" destId="{DDF3B740-51F0-4ACD-BDD9-B32D11FBF3FC}" srcOrd="3" destOrd="0" presId="urn:microsoft.com/office/officeart/2005/8/layout/process2"/>
    <dgm:cxn modelId="{25BF37E1-5922-4AEA-811D-8FAEEBBED2B5}" type="presParOf" srcId="{DDF3B740-51F0-4ACD-BDD9-B32D11FBF3FC}" destId="{A6E6F966-A6EE-4B73-80C6-D3E5CFE69CEC}" srcOrd="0" destOrd="0" presId="urn:microsoft.com/office/officeart/2005/8/layout/process2"/>
    <dgm:cxn modelId="{C8896DD2-FCA7-4EA1-934A-99430B41B4F7}" type="presParOf" srcId="{24452C38-D154-4DB7-A44D-1CA6D2780FEB}" destId="{088CB840-8D72-4134-9399-C4F858C183BC}" srcOrd="4" destOrd="0" presId="urn:microsoft.com/office/officeart/2005/8/layout/process2"/>
    <dgm:cxn modelId="{C6885505-CE64-4DE2-B0D2-B3D0D8C68C2E}" type="presParOf" srcId="{24452C38-D154-4DB7-A44D-1CA6D2780FEB}" destId="{2EDC1AB5-A34E-4463-A351-543416CC5206}" srcOrd="5" destOrd="0" presId="urn:microsoft.com/office/officeart/2005/8/layout/process2"/>
    <dgm:cxn modelId="{49EE3631-A9EA-4CFD-BAA7-E4D2AC06DAB2}" type="presParOf" srcId="{2EDC1AB5-A34E-4463-A351-543416CC5206}" destId="{87E5C7F8-AC21-420B-A716-731FFE553ABA}" srcOrd="0" destOrd="0" presId="urn:microsoft.com/office/officeart/2005/8/layout/process2"/>
    <dgm:cxn modelId="{1317D8EA-DC94-4099-9E71-CB93CFAC2525}" type="presParOf" srcId="{24452C38-D154-4DB7-A44D-1CA6D2780FEB}" destId="{F398AA08-C10C-4853-BAE0-E87AF7BB684C}" srcOrd="6" destOrd="0" presId="urn:microsoft.com/office/officeart/2005/8/layout/process2"/>
    <dgm:cxn modelId="{D25CD980-C239-49AD-8DD8-6C3C084FA10D}" type="presParOf" srcId="{24452C38-D154-4DB7-A44D-1CA6D2780FEB}" destId="{45FF2D3E-DA86-47FB-A704-EBC3F695CD1A}" srcOrd="7" destOrd="0" presId="urn:microsoft.com/office/officeart/2005/8/layout/process2"/>
    <dgm:cxn modelId="{1087F4E9-FFEF-40E5-BC7C-4A7FED87C583}" type="presParOf" srcId="{45FF2D3E-DA86-47FB-A704-EBC3F695CD1A}" destId="{B00AF3E5-2ED2-44D3-BA33-78B711BBC627}" srcOrd="0" destOrd="0" presId="urn:microsoft.com/office/officeart/2005/8/layout/process2"/>
    <dgm:cxn modelId="{D04A7634-DB55-4B85-AE2D-035EAFB91C2F}" type="presParOf" srcId="{24452C38-D154-4DB7-A44D-1CA6D2780FEB}" destId="{ED640AE5-6F3F-4BCE-9D48-F819088BFC0B}" srcOrd="8" destOrd="0" presId="urn:microsoft.com/office/officeart/2005/8/layout/process2"/>
    <dgm:cxn modelId="{A6BCFB9D-CF1C-443B-A0BA-0C16B6E5D47D}" type="presParOf" srcId="{24452C38-D154-4DB7-A44D-1CA6D2780FEB}" destId="{28062D5C-A321-4D50-B7A1-953B4709B061}" srcOrd="9" destOrd="0" presId="urn:microsoft.com/office/officeart/2005/8/layout/process2"/>
    <dgm:cxn modelId="{A12574FB-1ADE-4445-9F9D-A41D88D1ED23}" type="presParOf" srcId="{28062D5C-A321-4D50-B7A1-953B4709B061}" destId="{EEF02BF5-F6F5-4A24-BDC0-B6116D4FF1D3}" srcOrd="0" destOrd="0" presId="urn:microsoft.com/office/officeart/2005/8/layout/process2"/>
    <dgm:cxn modelId="{B72FCFF4-A24F-46AB-9FA5-927272F82DC3}" type="presParOf" srcId="{24452C38-D154-4DB7-A44D-1CA6D2780FEB}" destId="{956A3845-DA9F-4FBD-89AC-D73CCF95C955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407E9-CA47-4467-AEB0-FA0220D9A8F1}">
      <dsp:nvSpPr>
        <dsp:cNvPr id="0" name=""/>
        <dsp:cNvSpPr/>
      </dsp:nvSpPr>
      <dsp:spPr>
        <a:xfrm>
          <a:off x="3907912" y="1668"/>
          <a:ext cx="1967937" cy="4945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Employee Data</a:t>
          </a:r>
        </a:p>
      </dsp:txBody>
      <dsp:txXfrm>
        <a:off x="3922396" y="16152"/>
        <a:ext cx="1938969" cy="465565"/>
      </dsp:txXfrm>
    </dsp:sp>
    <dsp:sp modelId="{AA53CE7E-7011-4255-B8D6-A34BFE3E4A0C}">
      <dsp:nvSpPr>
        <dsp:cNvPr id="0" name=""/>
        <dsp:cNvSpPr/>
      </dsp:nvSpPr>
      <dsp:spPr>
        <a:xfrm rot="5400000">
          <a:off x="4799156" y="508566"/>
          <a:ext cx="185450" cy="2225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825120" y="527111"/>
        <a:ext cx="133524" cy="129815"/>
      </dsp:txXfrm>
    </dsp:sp>
    <dsp:sp modelId="{E2D2D609-B298-430F-9F97-B7B9B298878F}">
      <dsp:nvSpPr>
        <dsp:cNvPr id="0" name=""/>
        <dsp:cNvSpPr/>
      </dsp:nvSpPr>
      <dsp:spPr>
        <a:xfrm>
          <a:off x="3907912" y="743469"/>
          <a:ext cx="1967937" cy="4945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MySQL Database</a:t>
          </a:r>
          <a:endParaRPr lang="en-IN" sz="1700" kern="1200" dirty="0"/>
        </a:p>
      </dsp:txBody>
      <dsp:txXfrm>
        <a:off x="3922396" y="757953"/>
        <a:ext cx="1938969" cy="465565"/>
      </dsp:txXfrm>
    </dsp:sp>
    <dsp:sp modelId="{DDF3B740-51F0-4ACD-BDD9-B32D11FBF3FC}">
      <dsp:nvSpPr>
        <dsp:cNvPr id="0" name=""/>
        <dsp:cNvSpPr/>
      </dsp:nvSpPr>
      <dsp:spPr>
        <a:xfrm rot="5400000">
          <a:off x="4799156" y="1250366"/>
          <a:ext cx="185450" cy="2225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825120" y="1268911"/>
        <a:ext cx="133524" cy="129815"/>
      </dsp:txXfrm>
    </dsp:sp>
    <dsp:sp modelId="{088CB840-8D72-4134-9399-C4F858C183BC}">
      <dsp:nvSpPr>
        <dsp:cNvPr id="0" name=""/>
        <dsp:cNvSpPr/>
      </dsp:nvSpPr>
      <dsp:spPr>
        <a:xfrm>
          <a:off x="3907912" y="1485270"/>
          <a:ext cx="1967937" cy="4945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SQL Analysis</a:t>
          </a:r>
          <a:endParaRPr lang="en-IN" sz="1700" kern="1200" dirty="0"/>
        </a:p>
      </dsp:txBody>
      <dsp:txXfrm>
        <a:off x="3922396" y="1499754"/>
        <a:ext cx="1938969" cy="465565"/>
      </dsp:txXfrm>
    </dsp:sp>
    <dsp:sp modelId="{2EDC1AB5-A34E-4463-A351-543416CC5206}">
      <dsp:nvSpPr>
        <dsp:cNvPr id="0" name=""/>
        <dsp:cNvSpPr/>
      </dsp:nvSpPr>
      <dsp:spPr>
        <a:xfrm rot="5400000">
          <a:off x="4799156" y="1992167"/>
          <a:ext cx="185450" cy="2225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825120" y="2010712"/>
        <a:ext cx="133524" cy="129815"/>
      </dsp:txXfrm>
    </dsp:sp>
    <dsp:sp modelId="{F398AA08-C10C-4853-BAE0-E87AF7BB684C}">
      <dsp:nvSpPr>
        <dsp:cNvPr id="0" name=""/>
        <dsp:cNvSpPr/>
      </dsp:nvSpPr>
      <dsp:spPr>
        <a:xfrm>
          <a:off x="3907912" y="2227070"/>
          <a:ext cx="1967937" cy="4945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Python Processing</a:t>
          </a:r>
          <a:endParaRPr lang="en-IN" sz="1700" kern="1200" dirty="0"/>
        </a:p>
      </dsp:txBody>
      <dsp:txXfrm>
        <a:off x="3922396" y="2241554"/>
        <a:ext cx="1938969" cy="465565"/>
      </dsp:txXfrm>
    </dsp:sp>
    <dsp:sp modelId="{45FF2D3E-DA86-47FB-A704-EBC3F695CD1A}">
      <dsp:nvSpPr>
        <dsp:cNvPr id="0" name=""/>
        <dsp:cNvSpPr/>
      </dsp:nvSpPr>
      <dsp:spPr>
        <a:xfrm rot="5400000">
          <a:off x="4799156" y="2733968"/>
          <a:ext cx="185450" cy="2225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825120" y="2752513"/>
        <a:ext cx="133524" cy="129815"/>
      </dsp:txXfrm>
    </dsp:sp>
    <dsp:sp modelId="{ED640AE5-6F3F-4BCE-9D48-F819088BFC0B}">
      <dsp:nvSpPr>
        <dsp:cNvPr id="0" name=""/>
        <dsp:cNvSpPr/>
      </dsp:nvSpPr>
      <dsp:spPr>
        <a:xfrm>
          <a:off x="3907912" y="2968871"/>
          <a:ext cx="1967937" cy="4945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Power BI Dashboard</a:t>
          </a:r>
          <a:endParaRPr lang="en-IN" sz="1700" kern="1200" dirty="0"/>
        </a:p>
      </dsp:txBody>
      <dsp:txXfrm>
        <a:off x="3922396" y="2983355"/>
        <a:ext cx="1938969" cy="465565"/>
      </dsp:txXfrm>
    </dsp:sp>
    <dsp:sp modelId="{28062D5C-A321-4D50-B7A1-953B4709B061}">
      <dsp:nvSpPr>
        <dsp:cNvPr id="0" name=""/>
        <dsp:cNvSpPr/>
      </dsp:nvSpPr>
      <dsp:spPr>
        <a:xfrm rot="5400000">
          <a:off x="4799156" y="3475768"/>
          <a:ext cx="185450" cy="22254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825120" y="3494313"/>
        <a:ext cx="133524" cy="129815"/>
      </dsp:txXfrm>
    </dsp:sp>
    <dsp:sp modelId="{956A3845-DA9F-4FBD-89AC-D73CCF95C955}">
      <dsp:nvSpPr>
        <dsp:cNvPr id="0" name=""/>
        <dsp:cNvSpPr/>
      </dsp:nvSpPr>
      <dsp:spPr>
        <a:xfrm>
          <a:off x="3907912" y="3710672"/>
          <a:ext cx="1967937" cy="4945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HTML/CSS Report</a:t>
          </a:r>
        </a:p>
      </dsp:txBody>
      <dsp:txXfrm>
        <a:off x="3922396" y="3725156"/>
        <a:ext cx="1938969" cy="465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0227E-48DC-454A-A967-CA6717DECFC1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58E19-EBA4-4648-9553-DDD19BB3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18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58E19-EBA4-4648-9553-DDD19BB3332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02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52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65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483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58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15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97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69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6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3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4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87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71EBAF6-7596-4840-A538-672398A7FAE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BEE8C2C-7246-4F1E-A836-B66F912BC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38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ED56-FF70-C96E-5875-143668810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HR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FE8D8-F7C6-D7C3-D54F-126B4A14B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Project Architecture</a:t>
            </a:r>
          </a:p>
          <a:p>
            <a:endParaRPr lang="en-IN" dirty="0"/>
          </a:p>
        </p:txBody>
      </p:sp>
      <p:pic>
        <p:nvPicPr>
          <p:cNvPr id="29" name="Graphic 28" descr="Bar chart with solid fill">
            <a:extLst>
              <a:ext uri="{FF2B5EF4-FFF2-40B4-BE49-F238E27FC236}">
                <a16:creationId xmlns:a16="http://schemas.microsoft.com/office/drawing/2014/main" id="{18DAB820-705C-5B88-0184-F4DA290EDE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480" y="4650877"/>
            <a:ext cx="2407920" cy="24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8566-8B0E-F13C-462B-ED6937B1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4" y="-562356"/>
            <a:ext cx="6537282" cy="3214116"/>
          </a:xfrm>
        </p:spPr>
        <p:txBody>
          <a:bodyPr>
            <a:normAutofit/>
          </a:bodyPr>
          <a:lstStyle/>
          <a:p>
            <a:r>
              <a:rPr lang="en-IN" sz="2800" b="1" dirty="0"/>
              <a:t>  🗄 MySQL</a:t>
            </a:r>
            <a:br>
              <a:rPr lang="en-IN" sz="2800" b="1" dirty="0"/>
            </a:br>
            <a:r>
              <a:rPr lang="en-IN" sz="2800" b="1" dirty="0"/>
              <a:t>🐍 Python</a:t>
            </a:r>
            <a:br>
              <a:rPr lang="en-IN" sz="2800" b="1" dirty="0"/>
            </a:br>
            <a:r>
              <a:rPr lang="en-IN" sz="2800" b="1" dirty="0"/>
              <a:t>📊 Power BI</a:t>
            </a:r>
            <a:br>
              <a:rPr lang="en-IN" sz="2800" b="1" dirty="0"/>
            </a:br>
            <a:r>
              <a:rPr lang="en-IN" sz="2800" b="1" dirty="0"/>
              <a:t>🌐 HTML / CSS</a:t>
            </a:r>
            <a:endParaRPr lang="en-IN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B9F46E-84FA-365E-F0E6-74ACAFFA6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372" y="2651760"/>
            <a:ext cx="6376166" cy="367278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2B91A-0887-60B2-9150-7B107D935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8462" y="1956816"/>
            <a:ext cx="4159842" cy="4700016"/>
          </a:xfrm>
        </p:spPr>
        <p:txBody>
          <a:bodyPr>
            <a:normAutofit fontScale="77500" lnSpcReduction="20000"/>
          </a:bodyPr>
          <a:lstStyle/>
          <a:p>
            <a:r>
              <a:rPr lang="en-IN" sz="2600" b="1" dirty="0"/>
              <a:t>Project Objective</a:t>
            </a:r>
          </a:p>
          <a:p>
            <a:r>
              <a:rPr lang="en-IN" sz="2000" dirty="0"/>
              <a:t>Analyse</a:t>
            </a:r>
            <a:r>
              <a:rPr lang="en-IN" sz="2000" b="1" dirty="0"/>
              <a:t> </a:t>
            </a:r>
            <a:r>
              <a:rPr lang="en-IN" sz="2000" dirty="0"/>
              <a:t>employee workforce data using SQL, Python, Power BI, and HTML reporting to provide insights into employee performance, salary trends, attrition, promotions, training, and workforce analytics.</a:t>
            </a:r>
          </a:p>
          <a:p>
            <a:br>
              <a:rPr lang="en-IN" sz="2000" dirty="0"/>
            </a:br>
            <a:r>
              <a:rPr lang="en-IN" sz="2600" b="1" dirty="0"/>
              <a:t>KPIs</a:t>
            </a:r>
          </a:p>
          <a:p>
            <a:r>
              <a:rPr lang="en-IN" sz="2000" dirty="0"/>
              <a:t>• Total Employees</a:t>
            </a:r>
          </a:p>
          <a:p>
            <a:r>
              <a:rPr lang="en-IN" sz="2000" dirty="0"/>
              <a:t>• Attrition Rate</a:t>
            </a:r>
          </a:p>
          <a:p>
            <a:r>
              <a:rPr lang="en-IN" sz="2000" dirty="0"/>
              <a:t>• Average Salary</a:t>
            </a:r>
          </a:p>
          <a:p>
            <a:r>
              <a:rPr lang="en-IN" sz="2000" dirty="0"/>
              <a:t>• Average Experience</a:t>
            </a:r>
          </a:p>
          <a:p>
            <a:r>
              <a:rPr lang="en-IN" sz="2000" dirty="0"/>
              <a:t>• Performance Score</a:t>
            </a:r>
          </a:p>
          <a:p>
            <a:r>
              <a:rPr lang="en-IN" sz="2000" dirty="0"/>
              <a:t>• Work-Life Balance</a:t>
            </a:r>
          </a:p>
          <a:p>
            <a:r>
              <a:rPr lang="en-IN" sz="2000" dirty="0"/>
              <a:t>• Training Hours</a:t>
            </a:r>
          </a:p>
          <a:p>
            <a:endParaRPr lang="en-IN" dirty="0"/>
          </a:p>
        </p:txBody>
      </p:sp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D820AFB9-8450-8BA1-9929-68DA395EE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66" y="53345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940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02E1-B1A7-50F4-A8C5-0D30AC38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8016"/>
            <a:ext cx="12192000" cy="1728216"/>
          </a:xfrm>
        </p:spPr>
        <p:txBody>
          <a:bodyPr/>
          <a:lstStyle/>
          <a:p>
            <a:pPr algn="ctr"/>
            <a:r>
              <a:rPr lang="en-IN" dirty="0"/>
              <a:t>Project Workflow Architecture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DE6150-2F10-E5B3-CE05-9F893304CA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626825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975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6C97-1463-0DA0-2702-FDB18210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6307"/>
            <a:ext cx="12192000" cy="1682493"/>
          </a:xfrm>
        </p:spPr>
        <p:txBody>
          <a:bodyPr/>
          <a:lstStyle/>
          <a:p>
            <a:pPr algn="ctr"/>
            <a:r>
              <a:rPr lang="en-IN" dirty="0"/>
              <a:t>Technology Stack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30C649-BBBD-49C6-A798-826CD0B40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842986"/>
              </p:ext>
            </p:extLst>
          </p:nvPr>
        </p:nvGraphicFramePr>
        <p:xfrm>
          <a:off x="1203325" y="2011362"/>
          <a:ext cx="9783762" cy="470033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891881">
                  <a:extLst>
                    <a:ext uri="{9D8B030D-6E8A-4147-A177-3AD203B41FA5}">
                      <a16:colId xmlns:a16="http://schemas.microsoft.com/office/drawing/2014/main" val="342323858"/>
                    </a:ext>
                  </a:extLst>
                </a:gridCol>
                <a:gridCol w="4891881">
                  <a:extLst>
                    <a:ext uri="{9D8B030D-6E8A-4147-A177-3AD203B41FA5}">
                      <a16:colId xmlns:a16="http://schemas.microsoft.com/office/drawing/2014/main" val="3230174002"/>
                    </a:ext>
                  </a:extLst>
                </a:gridCol>
              </a:tblGrid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36514884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 Employee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267891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Workforce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2587776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Cleaning &amp; EDA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0611199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0101055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Matplotlib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59354441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Seaborn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01487539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Interactive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12211277"/>
                  </a:ext>
                </a:extLst>
              </a:tr>
              <a:tr h="52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HTML/CSS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Project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91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43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D921-0C51-48EE-C8D0-4308B4DD7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160"/>
            <a:ext cx="12192000" cy="1655776"/>
          </a:xfrm>
        </p:spPr>
        <p:txBody>
          <a:bodyPr/>
          <a:lstStyle/>
          <a:p>
            <a:pPr algn="ctr"/>
            <a:r>
              <a:rPr lang="en-IN" dirty="0"/>
              <a:t>Skills Demonstrated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6ABA6-07E9-376D-9F2B-315D1E1B1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6729" y="2231136"/>
            <a:ext cx="4754880" cy="41148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✓ Database Design</a:t>
            </a:r>
          </a:p>
          <a:p>
            <a:pPr marL="0" indent="0">
              <a:buNone/>
            </a:pPr>
            <a:r>
              <a:rPr lang="en-IN" dirty="0"/>
              <a:t>✓ SQL Querying</a:t>
            </a:r>
          </a:p>
          <a:p>
            <a:pPr marL="0" indent="0">
              <a:buNone/>
            </a:pPr>
            <a:r>
              <a:rPr lang="en-IN" dirty="0"/>
              <a:t>✓ Data Cleaning</a:t>
            </a:r>
          </a:p>
          <a:p>
            <a:pPr marL="0" indent="0">
              <a:buNone/>
            </a:pPr>
            <a:r>
              <a:rPr lang="en-IN" dirty="0"/>
              <a:t>✓ Exploratory Data Analysis</a:t>
            </a:r>
          </a:p>
          <a:p>
            <a:pPr marL="0" indent="0">
              <a:buNone/>
            </a:pPr>
            <a:r>
              <a:rPr lang="en-IN" dirty="0"/>
              <a:t>✓ Employee Performance Analysis</a:t>
            </a:r>
          </a:p>
          <a:p>
            <a:pPr marL="0" indent="0">
              <a:buNone/>
            </a:pPr>
            <a:r>
              <a:rPr lang="en-IN" dirty="0"/>
              <a:t>✓ Salary Analysis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E0563-21D9-A131-1109-C42338423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393" y="2231136"/>
            <a:ext cx="4754880" cy="41148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✓ Attrition Analysis</a:t>
            </a:r>
          </a:p>
          <a:p>
            <a:pPr marL="0" indent="0">
              <a:buNone/>
            </a:pPr>
            <a:r>
              <a:rPr lang="en-IN" dirty="0"/>
              <a:t>✓ Dashboard Development</a:t>
            </a:r>
          </a:p>
          <a:p>
            <a:pPr marL="0" indent="0">
              <a:buNone/>
            </a:pPr>
            <a:r>
              <a:rPr lang="en-IN" dirty="0"/>
              <a:t>✓ Business Intelligence</a:t>
            </a:r>
          </a:p>
          <a:p>
            <a:pPr marL="0" indent="0">
              <a:buNone/>
            </a:pPr>
            <a:r>
              <a:rPr lang="en-IN" dirty="0"/>
              <a:t>✓ Data Visualization</a:t>
            </a:r>
          </a:p>
          <a:p>
            <a:pPr marL="0" indent="0">
              <a:buNone/>
            </a:pPr>
            <a:r>
              <a:rPr lang="en-IN" dirty="0"/>
              <a:t>✓ Professional Reporting</a:t>
            </a:r>
          </a:p>
          <a:p>
            <a:endParaRPr lang="en-IN" dirty="0"/>
          </a:p>
        </p:txBody>
      </p:sp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4DD70EA1-0AF7-B3C7-D5E0-19EE81192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3232" y="5477256"/>
            <a:ext cx="1261607" cy="124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9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296</TotalTime>
  <Words>169</Words>
  <Application>Microsoft Office PowerPoint</Application>
  <PresentationFormat>Widescreen</PresentationFormat>
  <Paragraphs>52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Corbel</vt:lpstr>
      <vt:lpstr>Wingdings</vt:lpstr>
      <vt:lpstr>Banded</vt:lpstr>
      <vt:lpstr>HR Analytics Dashboard</vt:lpstr>
      <vt:lpstr>  🗄 MySQL 🐍 Python 📊 Power BI 🌐 HTML / CSS</vt:lpstr>
      <vt:lpstr>Project Workflow Architecture</vt:lpstr>
      <vt:lpstr>Technology Stack Used</vt:lpstr>
      <vt:lpstr>Skills Demonstrated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Manasvi Talati</dc:creator>
  <cp:lastModifiedBy>Manasvi Talati</cp:lastModifiedBy>
  <cp:revision>7</cp:revision>
  <dcterms:created xsi:type="dcterms:W3CDTF">2026-07-09T18:33:56Z</dcterms:created>
  <dcterms:modified xsi:type="dcterms:W3CDTF">2026-07-14T08:49:29Z</dcterms:modified>
</cp:coreProperties>
</file>